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24384000" cy="13716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2540000"/>
            <a:ext cx="177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VIBE </a:t>
            </a:r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CODING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5461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Пробный урок — создавай сайты словами через ИИ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6858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теория · 80% практика · Результат с первого занятия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4600" y="7874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244600" y="11430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Офлайн · 3 занятия в неделю по 2 часа · Старт с нуля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 урока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381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Мир программирования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14500" y="438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LLM, базы данных, MCP-сервера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44600" y="5461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5334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Вайбкодинг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14500" y="6032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Инструменты, фронтенд и бэкенд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44600" y="711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698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Тестовый проект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14500" y="768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Создаем сайт вместе, живое демо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44600" y="8763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863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Программа курса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14500" y="9334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первого сайта до CRM за 2 месяца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4445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8000" dirty="0"/>
          </a:p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Мир программирования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7366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устроены технологии, которые изменили наш мир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7112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52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программирование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3175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048000"/>
            <a:ext cx="203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Программирование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это способ объяснить компьютеру, что делать. Раньше нужно было учить сложные языки: Python, JavaScript, C++.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4600" y="4699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4572000"/>
            <a:ext cx="203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Сегодня ИИ пишет код за вас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вы просто описываете задачу словами. Это как разница между написанием письма от руки и диктовкой секретарю.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44600" y="6223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6096000"/>
            <a:ext cx="203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Вайбкодинг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это новый уровень: вы управляете процессом, а ИИ выполняет всю техническую работу. Вы становитесь архитектором, а не строителем.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44600" y="8128000"/>
            <a:ext cx="21590000" cy="254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10" name="Text 8"/>
          <p:cNvSpPr/>
          <p:nvPr/>
        </p:nvSpPr>
        <p:spPr>
          <a:xfrm>
            <a:off x="1244600" y="8636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Ключевой навык 2025 года — не писать код, а управлять ИИ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работают LLM-модели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3175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4191000"/>
            <a:ext cx="952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Огромная нейросеть, обученная на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миллиардах текстов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Она предсказывает следующее слово в предложении.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Делает это настолько хорошо, что может </a:t>
            </a:r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писать код</a:t>
            </a:r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отвечать на вопросы, создавать сайты.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76000" y="3175000"/>
            <a:ext cx="25400" cy="48260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6" name="Text 4"/>
          <p:cNvSpPr/>
          <p:nvPr/>
        </p:nvSpPr>
        <p:spPr>
          <a:xfrm>
            <a:off x="11938000" y="3175000"/>
            <a:ext cx="1079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Популярные LLM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938000" y="4191000"/>
            <a:ext cx="1079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от Anthropic, лучше всех пишет код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от OpenAI, универсальный помощник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от Google, интеграция с сервисами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4600" y="8890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Ключевой навык сегодня — правильно формулировать запросы (промпты)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база данных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3048000"/>
            <a:ext cx="215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данных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это умная таблица, которая хранит информацию вашего приложения. Пользователи, заказы, сообщения — всё это живёт в базе данных.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44600" y="4699000"/>
            <a:ext cx="21590000" cy="152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4889500"/>
            <a:ext cx="208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Аналогия: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без базы данных сайт «забывает» всё при перезагрузке — как человек без памяти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4600" y="685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Популярные базы данных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44600" y="774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бесплатная, простая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74000" y="774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профессиональная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78000" y="774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Firebase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от Google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4600" y="9525000"/>
            <a:ext cx="215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 вайбкодинге вы просто говорите ИИ: «Добавь базу данных для пользователей» — и он всё настраивает автоматически.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MCP-сервера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2540000"/>
            <a:ext cx="215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Context Protocol — мост между ИИ и вашими инструментами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3810000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MCP-сервер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позволяет Claude напрямую работать с вашими инструментами: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Читать и редактировать код на </a:t>
            </a:r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Просматривать данные в 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Управлять 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файлами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на компьютере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192000" y="3810000"/>
            <a:ext cx="1066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0" y="4318000"/>
            <a:ext cx="965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 пишете задачу на русском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через MCP делает всю работу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44600" y="8255000"/>
            <a:ext cx="215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как личный программист</a:t>
            </a:r>
            <a:pPr algn="l">
              <a:lnSpc>
                <a:spcPts val="48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который понимает вас с полуслова и сам выполняет все технические задачи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4445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8000" dirty="0"/>
          </a:p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Вайбкодинг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736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Программирование без кода. Создавай продукты словами.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7112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вайбкодинг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2921000"/>
            <a:ext cx="215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Vibe Coding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подход, при котором вы описываете ИИ, что хотите получить, а ИИ пишет код за вас.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44600" y="482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Раньше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44600" y="5715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Учить синтаксис языка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Писать каждую строчку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Часы на поиск багов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Месяцы на первый проект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01000" y="609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398000" y="482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 вайбкодингом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398000" y="5715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Описать задачу словами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ИИ пишет код мгновенно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Правки через промпты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Сайт за часы, не месяцы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4600" y="9144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 2025 году — это самый быстрый способ создавать цифровые продукты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 вайбкодинга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3048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Lovable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3746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Создавай сайты через промпты, визуальный редактор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0" y="3048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382000" y="3746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Профессиональный ИИ-ассистент для сложных проектов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494000" y="3048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494000" y="3746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Публикация сайта в интернете за 1 клик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44600" y="5334000"/>
            <a:ext cx="21590000" cy="127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10" name="Text 8"/>
          <p:cNvSpPr/>
          <p:nvPr/>
        </p:nvSpPr>
        <p:spPr>
          <a:xfrm>
            <a:off x="1244600" y="5842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21st.dev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44600" y="6540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Библиотека готовых красивых компонентов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0" y="5842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82000" y="6540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данных, которую можно подключить промптом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494000" y="5842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494000" y="6540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Хранилище кода и совместная разработка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44600" y="8636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инструменты работают вместе под вашим голосовым управлением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Фронтенд и бэкенд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317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Фронтенд — то, что видит пользователь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4064000"/>
            <a:ext cx="1016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Кнопки, цвета, анимации, текст, формы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«лицо» вашего приложения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Пишется на HTML, CSS, JavaScript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0" y="317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Бэкенд — «под капотом»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335000" y="4064000"/>
            <a:ext cx="952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данных, авторизация, логика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 данных и сохранение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Работает на сервере, невидим для пользователя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44600" y="6731000"/>
            <a:ext cx="21590000" cy="127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723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Раньше: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нужна команда из 3+ специалистов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4600" y="8128000"/>
            <a:ext cx="215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 вайбкодингом: один человек с ИИ делает всё — описывает интерфейс и логику, ИИ собирает полноценное приложение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4445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8000" dirty="0"/>
          </a:p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Тестовый проект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736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Создадим сайт вместе. Живое демо.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7112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мы построим сегодня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2540000"/>
            <a:ext cx="215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Сайт-визитка с помощью Lovable за 15 минут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937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3937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59000" y="3937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Опишем, какой сайт хотим — цвета, секции, стиль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44600" y="5080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508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59000" y="5080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Lovable генерирует готовый сайт с кодом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44600" y="6223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244600" y="622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59000" y="6223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Дорабатываем промптами — добавляем секции, меняем текст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44600" y="7366000"/>
            <a:ext cx="635000" cy="6350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" y="736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59000" y="7366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Получаем рабочий сайт со ссылкой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44600" y="8890000"/>
            <a:ext cx="21590000" cy="152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9080500"/>
            <a:ext cx="208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Результат:</a:t>
            </a:r>
            <a:pPr algn="l">
              <a:lnSpc>
                <a:spcPts val="48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реальный сайт, которым можно поделиться прямо сейчас</a:t>
            </a:r>
            <a:endParaRPr lang="en-US" sz="3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Демо: сайт за 5 минут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2921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 промпта: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683000"/>
            <a:ext cx="2159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73500"/>
            <a:ext cx="2082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CCCC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«Создай сайт-визитку для фотографа. Темный фон, минимализм. Секции: главная с именем, портфолио с сеткой фото, контакты с формой обратной связи. Анимации при прокрутке»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4600" y="6350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Результат: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44600" y="7112000"/>
            <a:ext cx="1016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Lovable превращает текст в </a:t>
            </a:r>
            <a:pPr algn="l">
              <a:lnSpc>
                <a:spcPts val="36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готовый сайт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Мы видим результат </a:t>
            </a:r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мгновенно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Каждое изменение — </a:t>
            </a:r>
            <a:pPr algn="l">
              <a:lnSpc>
                <a:spcPts val="36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один промпт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192000" y="6350000"/>
            <a:ext cx="10668000" cy="330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0" y="6540500"/>
            <a:ext cx="990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Примеры правок голосом: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573000" y="7175500"/>
            <a:ext cx="9906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CCCC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«Добавь кнопку Instagram»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600"/>
              </a:spcBef>
            </a:pPr>
            <a:r>
              <a:rPr lang="en-US" sz="2400" dirty="0">
                <a:solidFill>
                  <a:srgbClr val="CCCC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«Сделай шрифт крупнее»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600"/>
              </a:spcBef>
            </a:pPr>
            <a:r>
              <a:rPr lang="en-US" sz="2400" dirty="0">
                <a:solidFill>
                  <a:srgbClr val="CCCC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«Добавь форму обратной связи»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600"/>
              </a:spcBef>
            </a:pPr>
            <a:r>
              <a:rPr lang="en-US" sz="2400" dirty="0">
                <a:solidFill>
                  <a:srgbClr val="CCCC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«Сделай анимацию появления»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4445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8000" dirty="0"/>
          </a:p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Программа курса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736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первого сайта до CRM-системы за 2 месяца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7112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 1: от нуля до сайта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254000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159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ВХОДИТ В КУРС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46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1 — Lovable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446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ИИ и vibe coding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Регистрация в Lovable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Первый промпт и результат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и LLM-модели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770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2 — Claude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770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Знакомство с Claude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Создаем портфолио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Дизайн через 21st.dev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Работа с LLM-моделями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7094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3 — Практика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7094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Интерактивный сайт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Формы и Telegram-бот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и деплой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Мини-хакатон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418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4 — Финал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9418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Финальный проект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Деплой на Vercel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Живая ссылка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Демо-день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44600" y="6350000"/>
            <a:ext cx="21590000" cy="127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" y="673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создадите за месяц 1: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244600" y="7493000"/>
            <a:ext cx="215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Лендинг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Сайт-визитка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Портфолио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Интерактивный сайт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Финальный проект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44600" y="952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занятий · 3 раза в неделю по 2 часа · 20% теория / 80% практика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 2: про-уровень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2794000" cy="4572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1590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 ЖЕЛАНИЮ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46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1 — Claude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446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CLI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Профессиональный промптинг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21st.dev компоненты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Красивые интерфейсы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770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2 — База данных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770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Supabase: таблицы промптом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Авторизация и вход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MCP-серверы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MCP + Supabase MCP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709400" y="3048000"/>
            <a:ext cx="546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3 — Python и боты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7094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через Claude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Telegram-бот через BotFather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Кнопки и меню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Бот с памятью в Supabase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526000" y="3048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Неделя 4 — CRM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7526000" y="37465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CRM: клиенты, сделки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Дашборд и интерфейс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Деплой CRM + бот 24/7</a:t>
            </a:r>
            <a:endParaRPr lang="en-US" sz="2000" dirty="0"/>
          </a:p>
          <a:p>
            <a:pPr algn="l">
              <a:lnSpc>
                <a:spcPts val="3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Демо-день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44600" y="6350000"/>
            <a:ext cx="21590000" cy="127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600" y="673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создадите за месяц 2: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244600" y="7493000"/>
            <a:ext cx="215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Full-stack веб-приложение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AI-агент с MCP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Telegram-бот с БД  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CRM-система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вы получите после курса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4600" y="304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 1 — базовый уровень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3937000"/>
            <a:ext cx="1016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Лендинг для продукта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Сайт-визитка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Портфолио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Интерактивный сайт с формами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0" y="304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Месяц 2 — про-уровень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335000" y="3937000"/>
            <a:ext cx="9525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Full-stack веб-приложение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AI-агент с MCP-серверами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Telegram-бот с базой данных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ts val="36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CRM-система с деплоем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44600" y="7493000"/>
            <a:ext cx="21590000" cy="127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8" name="Text 6"/>
          <p:cNvSpPr/>
          <p:nvPr/>
        </p:nvSpPr>
        <p:spPr>
          <a:xfrm>
            <a:off x="1244600" y="787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Навыки, которые останутся: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44600" y="8763000"/>
            <a:ext cx="2159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Создавать сайты и приложения промптами · Деплоить в интернет · Работать с базами данных · Строить Telegram-ботов · Интегрировать MCP-серверы</a:t>
            </a:r>
            <a:endParaRPr lang="en-US" sz="2400" dirty="0"/>
          </a:p>
          <a:p>
            <a:pPr algn="l">
              <a:lnSpc>
                <a:spcPts val="36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 становитесь независимым создателем цифровых продуктов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70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2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Для кого этот курс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3048000"/>
            <a:ext cx="6731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1651000" y="3365500"/>
            <a:ext cx="5918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Предприниматели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51000" y="4064000"/>
            <a:ext cx="5918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Создавайте сайты и приложения для бизнеса без найма разработчиков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382000" y="3048000"/>
            <a:ext cx="6731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8788400" y="3365500"/>
            <a:ext cx="5918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Маркетологи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788400" y="4064000"/>
            <a:ext cx="5918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Стройте лендинги и тестируйте гипотезы за часы, а не недели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519400" y="3048000"/>
            <a:ext cx="6731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15925800" y="3365500"/>
            <a:ext cx="5918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Дизайнеры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925800" y="4064000"/>
            <a:ext cx="5918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Превращайте макеты в живые продукты без программистов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44600" y="7112000"/>
            <a:ext cx="6731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7429500"/>
            <a:ext cx="5918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Новички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51000" y="8128000"/>
            <a:ext cx="5918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Начните с нуля и через месяц создавайте реальные проекты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382000" y="7112000"/>
            <a:ext cx="138684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8788400" y="7429500"/>
            <a:ext cx="13055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Всем, кто хочет создавать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788400" y="8128000"/>
            <a:ext cx="13055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Создавать цифровые продукты без года обучения программированию. Если вы хотите стать создателем, а не потребителем технологий — этот курс для вас.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3556000"/>
            <a:ext cx="177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Начни создавать</a:t>
            </a:r>
            <a:endParaRPr lang="en-US" sz="8000" dirty="0"/>
          </a:p>
          <a:p>
            <a:pPr algn="l">
              <a:lnSpc>
                <a:spcPts val="96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сегодня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244600" y="660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Пробный урок бесплатно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77470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Запишись на курс — стань создателем, а не потребителем технологий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4600" y="9144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244600" y="965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Офлайн · 3 занятия в неделю · Старт с нуля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— Пробный урок</dc:title>
  <dc:subject>Vibe Coding — Пробный урок</dc:subject>
  <dc:creator>Kimi</dc:creator>
  <cp:lastModifiedBy>Kimi</cp:lastModifiedBy>
  <cp:revision>1</cp:revision>
  <dcterms:created xsi:type="dcterms:W3CDTF">2026-06-18T11:19:49Z</dcterms:created>
  <dcterms:modified xsi:type="dcterms:W3CDTF">2026-06-18T11:19:49Z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{"Label":"Vibe Coding — Пробный урок","ContentProducer":"001191110108MACG2KBH8F10000","ProduceID":"19eda631-6632-8ccb-8000-0000a803dba8","ReservedCode1":"","ContentPropagator":"001191110108MACG2KBH8F20000","PropagateID":"19eda60f-7a92-8866-8000-094d1ea84b0e","ReservedCode2":""}</vt:lpwstr>
  </property>
</Properties>
</file>